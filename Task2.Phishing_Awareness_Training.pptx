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Phishing Awareness Training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Cyber Security Internship – CodeAlpha</a:t>
            </a:r>
            <a:endParaRPr 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 is Phishing?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000"/>
              <a:t>Phishing is a cyber attack where attackers try to steal sensitive information</a:t>
            </a:r>
            <a:endParaRPr lang="en-US" altLang="en-US" sz="2000"/>
          </a:p>
          <a:p>
            <a:r>
              <a:rPr lang="en-US" altLang="en-US" sz="2000"/>
              <a:t>like passwords, OTPs, and bank details by pretending to be trusted sources.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It is usually done through fake emails, messages, or websites.</a:t>
            </a:r>
            <a:endParaRPr lang="en-US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Types of Phishing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1. Email Phishing</a:t>
            </a:r>
            <a:endParaRPr lang="en-US" altLang="en-US"/>
          </a:p>
          <a:p>
            <a:r>
              <a:rPr lang="en-US" altLang="en-US"/>
              <a:t>2. SMS Phishing (Smishing)</a:t>
            </a:r>
            <a:endParaRPr lang="en-US" altLang="en-US"/>
          </a:p>
          <a:p>
            <a:r>
              <a:rPr lang="en-US" altLang="en-US"/>
              <a:t>3. Voice Phishing (Vishing)</a:t>
            </a:r>
            <a:endParaRPr lang="en-US" altLang="en-US"/>
          </a:p>
          <a:p>
            <a:r>
              <a:rPr lang="en-US" altLang="en-US"/>
              <a:t>4. Fake Website Phishing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How Attackers Trick Users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- Fake login pages</a:t>
            </a:r>
            <a:endParaRPr lang="en-US" altLang="en-US"/>
          </a:p>
          <a:p>
            <a:r>
              <a:rPr lang="en-US" altLang="en-US"/>
              <a:t>- Fake bank alerts</a:t>
            </a:r>
            <a:endParaRPr lang="en-US" altLang="en-US"/>
          </a:p>
          <a:p>
            <a:r>
              <a:rPr lang="en-US" altLang="en-US"/>
              <a:t>- Urgent messages like "Account will be blocked"</a:t>
            </a:r>
            <a:endParaRPr lang="en-US" altLang="en-US"/>
          </a:p>
          <a:p>
            <a:r>
              <a:rPr lang="en-US" altLang="en-US"/>
              <a:t>- Malicious links that look real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Warning Signs of Phishing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- Unknown sender email/number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Spelling mistakes in message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Urgent or threatening language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Suspicious links or attachments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How to Stay Safe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- Do not click unknown links</a:t>
            </a:r>
            <a:endParaRPr lang="en-US" altLang="en-US"/>
          </a:p>
          <a:p>
            <a:r>
              <a:rPr lang="en-US" altLang="en-US"/>
              <a:t>- Always check website URL carefully</a:t>
            </a:r>
            <a:endParaRPr lang="en-US" altLang="en-US"/>
          </a:p>
          <a:p>
            <a:r>
              <a:rPr lang="en-US" altLang="en-US"/>
              <a:t>- Enable Two-Factor Authentication (2FA)</a:t>
            </a:r>
            <a:endParaRPr lang="en-US" altLang="en-US"/>
          </a:p>
          <a:p>
            <a:r>
              <a:rPr lang="en-US" altLang="en-US"/>
              <a:t>- Never share OTP or password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Real World Example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A fake email pretending to be a bank asks user to “verify account”</a:t>
            </a:r>
            <a:endParaRPr lang="en-US" altLang="en-US"/>
          </a:p>
          <a:p>
            <a:r>
              <a:rPr lang="en-US" altLang="en-US"/>
              <a:t>by clicking a link.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link opens a fake website that steals login credentials.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Phishing is one of the most common cyber attacks.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Always stay alert and verify before clicking anything.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Awareness is the best defense against cyber attacks.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Thank You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Thank You</a:t>
            </a:r>
            <a:endParaRPr lang="en-US" altLang="en-US"/>
          </a:p>
          <a:p>
            <a:r>
              <a:rPr lang="en-US" altLang="en-US"/>
              <a:t>Stay Safe Online </a:t>
            </a:r>
            <a:r>
              <a:rPr lang="zh-CN" altLang="en-US"/>
              <a:t>🔐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custom20205081_1*a*1"/>
  <p:tag name="KSO_WM_TEMPLATE_CATEGORY" val="custom"/>
  <p:tag name="KSO_WM_TEMPLATE_INDEX" val="20205081"/>
  <p:tag name="KSO_WM_UNIT_LAYERLEVEL" val="1"/>
  <p:tag name="KSO_WM_TAG_VERSION" val="1.0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1210</Words>
  <Application>WPS Presentation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等线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User</dc:creator>
  <cp:lastModifiedBy>saif ali khan</cp:lastModifiedBy>
  <cp:revision>1</cp:revision>
  <dcterms:created xsi:type="dcterms:W3CDTF">2026-06-18T21:22:54Z</dcterms:created>
  <dcterms:modified xsi:type="dcterms:W3CDTF">2026-06-18T21:22:54Z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5E37EFEFA603403C96AC14E030F25A9B_11</vt:lpwstr>
  </property>
</Properties>
</file>